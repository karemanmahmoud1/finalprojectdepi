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6" r:id="rId3"/>
    <p:sldId id="258" r:id="rId4"/>
    <p:sldId id="257" r:id="rId5"/>
    <p:sldId id="271" r:id="rId6"/>
    <p:sldId id="265" r:id="rId7"/>
    <p:sldId id="272" r:id="rId8"/>
    <p:sldId id="273" r:id="rId9"/>
    <p:sldId id="274" r:id="rId10"/>
    <p:sldId id="270" r:id="rId11"/>
  </p:sldIdLst>
  <p:sldSz cx="18288000" cy="10287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League Spartan" panose="020B0604020202020204" charset="0"/>
      <p:regular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Bold" panose="02000000000000000000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D2A7D8-043B-8AFF-7112-495E760835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AF217-709E-5CF4-F7B0-CF96194D04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04D6A-B32E-4038-B61D-ADA0DB49462D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BBEC0-4F69-0539-6D43-FDEBEB7E61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23D1F-DCCB-B0F9-392C-031D366FC8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33EF9-5723-4B27-8F17-AC47650C0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606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C9B0D-F474-49F5-A860-0F78E9321FE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71039-95A3-4508-9768-78C0025ED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5356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DCBF-8CBD-40EA-AC5D-E2E2C84DC264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C148-CDAC-4D41-8F57-33BFF46A8B09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59F-12D5-4F01-97C8-29B432311D4C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D2CC-CFB2-45B6-AF8B-7DF9B9C29581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BB66-C322-47FF-BD51-CADC78A423A3}" type="datetime1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0D2F-33C3-4C9D-978F-7843B9A5F5CA}" type="datetime1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A977-1B85-4EF0-8019-1DE98442DD05}" type="datetime1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7041C-14EC-4A7F-9172-DE9BDEC80AAA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160FE-12CB-42E4-B7DA-15F6A39A459F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9612-B30B-4B12-8A84-9EFA9722F0B0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8ABE-9B00-4B68-81A0-5056148ED5B5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C9E85-315E-4D1E-8E40-539D9CE7F2C2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moblaze.com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google.com/spreadsheets/d/10clvU9QmR5yfkzQtYsYG4da2bYScCBzxlkiYcpVq0zI/edit?usp=drivesdk" TargetMode="External"/><Relationship Id="rId4" Type="http://schemas.openxmlformats.org/officeDocument/2006/relationships/hyperlink" Target="https://docs.google.com/spreadsheets/d/1OuRY5UVI63dtls6L0h0g03GiOxQkRudcsgD0LfpOjFY/edit?usp=drivesd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moblaze.com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google.com/spreadsheets/d/10clvU9QmR5yfkzQtYsYG4da2bYScCBzxlkiYcpVq0zI/edit?usp=drivesdk" TargetMode="External"/><Relationship Id="rId4" Type="http://schemas.openxmlformats.org/officeDocument/2006/relationships/hyperlink" Target="https://docs.google.com/spreadsheets/d/1OuRY5UVI63dtls6L0h0g03GiOxQkRudcsgD0LfpOjFY/edit?usp=drivesd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db-fiddle.com/f/4Y3P8PsLpLiRpTGR3oXyoE/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etstore.swagger.io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.postman.co/workspace/My-Workspace~6ecabd5a-271c-406e-803a-f036132ebf37/collection/38187960-3b9b5661-a58a-463e-9a3d-8ff08c295984?action=share&amp;creator=38187960&amp;active-environment=38187960-afc4d49b-015f-46fb-be34-e84d10b3781d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-1351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4220957" y="4506120"/>
            <a:ext cx="9846085" cy="143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8265" b="1" dirty="0" err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Demoplaze</a:t>
            </a:r>
            <a:endParaRPr lang="en-US" sz="8265" b="1" dirty="0">
              <a:solidFill>
                <a:srgbClr val="004AA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004" y="3528848"/>
            <a:ext cx="5641992" cy="91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sz="5303" b="1" dirty="0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DEPI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0587" y="5852404"/>
            <a:ext cx="8526827" cy="796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8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SOFTWARE TESTING FINAL PROJECT 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8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15-4-2025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B1E6F5B-BCF1-B7D3-B087-0DF7D747C52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630401" y="342900"/>
            <a:ext cx="2590800" cy="1733675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5185B9-000C-ECAC-83A3-A4D48F60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9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76618" y="1791504"/>
            <a:ext cx="6756386" cy="9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31007" y="3314700"/>
            <a:ext cx="4247608" cy="198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7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03642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1-Kareman Mahmoud</a:t>
            </a:r>
          </a:p>
          <a:p>
            <a:pPr algn="just">
              <a:lnSpc>
                <a:spcPts val="3107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03642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2-Ghidaa Mohamed</a:t>
            </a:r>
          </a:p>
          <a:p>
            <a:pPr algn="just">
              <a:lnSpc>
                <a:spcPts val="3107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03642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3-Rewan Abdallah </a:t>
            </a:r>
          </a:p>
          <a:p>
            <a:pPr algn="just">
              <a:lnSpc>
                <a:spcPts val="3107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03642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4-Amal Elsayed</a:t>
            </a:r>
          </a:p>
          <a:p>
            <a:pPr algn="just">
              <a:lnSpc>
                <a:spcPts val="3107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03642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5-Mohamed Alsaman </a:t>
            </a:r>
          </a:p>
        </p:txBody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BF0353FD-B97E-6A23-020E-B8CE3832E0C1}"/>
              </a:ext>
            </a:extLst>
          </p:cNvPr>
          <p:cNvGrpSpPr/>
          <p:nvPr/>
        </p:nvGrpSpPr>
        <p:grpSpPr>
          <a:xfrm>
            <a:off x="-990600" y="4307910"/>
            <a:ext cx="3086100" cy="2171499"/>
            <a:chOff x="0" y="0"/>
            <a:chExt cx="812800" cy="571917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09701825-26A0-BF48-836F-1EE83603E83C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0C87A0D9-B029-664B-27F2-19451B1EE4B7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DEB7C8-075C-E8CC-C921-E272FD4A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109443" y="1185925"/>
            <a:ext cx="1868266" cy="186826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508848" y="5095875"/>
            <a:ext cx="4908029" cy="97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97153" y="3617088"/>
            <a:ext cx="1868266" cy="1868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4101" y="6238384"/>
            <a:ext cx="1868266" cy="186826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794916" y="2786786"/>
            <a:ext cx="1601933" cy="6466659"/>
            <a:chOff x="0" y="0"/>
            <a:chExt cx="421908" cy="17031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908043" y="914400"/>
            <a:ext cx="5508835" cy="7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sz="455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WE OFFER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6349" y="1452069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1868" y="390228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1868" y="6504529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53740" y="6954508"/>
            <a:ext cx="59483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Poppins"/>
                <a:sym typeface="Poppins"/>
              </a:rPr>
              <a:t>API Testing</a:t>
            </a: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070A0E4A-3D53-90B6-266C-56DDC73F5C0F}"/>
              </a:ext>
            </a:extLst>
          </p:cNvPr>
          <p:cNvGrpSpPr/>
          <p:nvPr/>
        </p:nvGrpSpPr>
        <p:grpSpPr>
          <a:xfrm>
            <a:off x="1114725" y="8307114"/>
            <a:ext cx="1868266" cy="1868266"/>
            <a:chOff x="0" y="0"/>
            <a:chExt cx="812800" cy="812800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06D0C4C7-23C3-82D6-925E-7808B7C5B2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6ED9F86F-FCFA-E37D-AE83-7990069840C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25">
            <a:extLst>
              <a:ext uri="{FF2B5EF4-FFF2-40B4-BE49-F238E27FC236}">
                <a16:creationId xmlns:a16="http://schemas.microsoft.com/office/drawing/2014/main" id="{14B56FBF-D973-7CF2-ACD5-91E1966AEB76}"/>
              </a:ext>
            </a:extLst>
          </p:cNvPr>
          <p:cNvSpPr txBox="1"/>
          <p:nvPr/>
        </p:nvSpPr>
        <p:spPr>
          <a:xfrm>
            <a:off x="1182492" y="8573259"/>
            <a:ext cx="1638836" cy="136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2CBFC830-DC0B-A38A-29DA-2752AC3874A7}"/>
              </a:ext>
            </a:extLst>
          </p:cNvPr>
          <p:cNvSpPr txBox="1"/>
          <p:nvPr/>
        </p:nvSpPr>
        <p:spPr>
          <a:xfrm>
            <a:off x="3565511" y="2011160"/>
            <a:ext cx="59483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Poppins"/>
                <a:sym typeface="Poppins"/>
              </a:rPr>
              <a:t>Manual Testing</a:t>
            </a:r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F48E633D-0F09-8F3B-3192-EF69C2A0A5C0}"/>
              </a:ext>
            </a:extLst>
          </p:cNvPr>
          <p:cNvSpPr txBox="1"/>
          <p:nvPr/>
        </p:nvSpPr>
        <p:spPr>
          <a:xfrm>
            <a:off x="3363950" y="4278477"/>
            <a:ext cx="59483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Poppins"/>
                <a:sym typeface="Poppins"/>
              </a:rPr>
              <a:t>Automation Testing</a:t>
            </a:r>
          </a:p>
        </p:txBody>
      </p:sp>
      <p:sp>
        <p:nvSpPr>
          <p:cNvPr id="39" name="TextBox 27">
            <a:extLst>
              <a:ext uri="{FF2B5EF4-FFF2-40B4-BE49-F238E27FC236}">
                <a16:creationId xmlns:a16="http://schemas.microsoft.com/office/drawing/2014/main" id="{D14467F0-D3D3-4ED3-6AF6-1356A0E73AFB}"/>
              </a:ext>
            </a:extLst>
          </p:cNvPr>
          <p:cNvSpPr txBox="1"/>
          <p:nvPr/>
        </p:nvSpPr>
        <p:spPr>
          <a:xfrm>
            <a:off x="3363950" y="9203422"/>
            <a:ext cx="59483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Poppins"/>
                <a:sym typeface="Poppins"/>
              </a:rPr>
              <a:t>Database Testing</a:t>
            </a:r>
          </a:p>
        </p:txBody>
      </p:sp>
      <p:sp>
        <p:nvSpPr>
          <p:cNvPr id="40" name="TextBox 27">
            <a:extLst>
              <a:ext uri="{FF2B5EF4-FFF2-40B4-BE49-F238E27FC236}">
                <a16:creationId xmlns:a16="http://schemas.microsoft.com/office/drawing/2014/main" id="{DB95951C-2F46-9A39-7DAD-EE28914402CB}"/>
              </a:ext>
            </a:extLst>
          </p:cNvPr>
          <p:cNvSpPr txBox="1"/>
          <p:nvPr/>
        </p:nvSpPr>
        <p:spPr>
          <a:xfrm>
            <a:off x="1600200" y="296920"/>
            <a:ext cx="5948366" cy="475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MS UI Gothic" panose="020B0600070205080204" pitchFamily="34" charset="-128"/>
                <a:cs typeface="Poppins"/>
                <a:sym typeface="Poppins"/>
              </a:rPr>
              <a:t>Agenda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E5F7540B-B9AD-97A6-CA35-F1101663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59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09600" y="342900"/>
            <a:ext cx="6453389" cy="815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dirty="0">
                <a:solidFill>
                  <a:srgbClr val="C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Manual testing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165BF0B9-4802-CA5A-F136-E462A1980AA9}"/>
              </a:ext>
            </a:extLst>
          </p:cNvPr>
          <p:cNvSpPr txBox="1"/>
          <p:nvPr/>
        </p:nvSpPr>
        <p:spPr>
          <a:xfrm>
            <a:off x="1143000" y="7758468"/>
            <a:ext cx="5634574" cy="39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C00000"/>
                </a:solidFill>
                <a:ea typeface="Poppins"/>
                <a:cs typeface="Poppins"/>
                <a:sym typeface="Poppins"/>
                <a:hlinkClick r:id="rId3"/>
              </a:rPr>
              <a:t>Website</a:t>
            </a:r>
            <a:endParaRPr lang="en-US" sz="3200" b="1" dirty="0">
              <a:solidFill>
                <a:srgbClr val="C00000"/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1287CC65-0EDF-81D5-AC38-ABB4737F5507}"/>
              </a:ext>
            </a:extLst>
          </p:cNvPr>
          <p:cNvSpPr txBox="1"/>
          <p:nvPr/>
        </p:nvSpPr>
        <p:spPr>
          <a:xfrm>
            <a:off x="4724400" y="7758468"/>
            <a:ext cx="8686800" cy="781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C00000"/>
                </a:solidFill>
                <a:ea typeface="Poppins"/>
                <a:cs typeface="Poppins"/>
                <a:sym typeface="Poppins"/>
                <a:hlinkClick r:id="rId4"/>
              </a:rPr>
              <a:t>Test cases</a:t>
            </a:r>
            <a:endParaRPr lang="en-US" sz="3200" b="1" dirty="0">
              <a:solidFill>
                <a:srgbClr val="C00000"/>
              </a:solidFill>
              <a:ea typeface="Poppins"/>
              <a:cs typeface="Poppins"/>
              <a:sym typeface="Poppins"/>
            </a:endParaRP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3200" b="1" dirty="0">
              <a:solidFill>
                <a:schemeClr val="tx2">
                  <a:lumMod val="50000"/>
                </a:schemeClr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02AE65CB-6493-5026-C0EE-CD37D37D2687}"/>
              </a:ext>
            </a:extLst>
          </p:cNvPr>
          <p:cNvSpPr txBox="1"/>
          <p:nvPr/>
        </p:nvSpPr>
        <p:spPr>
          <a:xfrm>
            <a:off x="8935410" y="7758468"/>
            <a:ext cx="8458200" cy="396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C00000"/>
                </a:solidFill>
                <a:ea typeface="Poppins"/>
                <a:cs typeface="Poppins"/>
                <a:sym typeface="Poppins"/>
                <a:hlinkClick r:id="rId5"/>
              </a:rPr>
              <a:t>Bug report</a:t>
            </a:r>
            <a:endParaRPr lang="en-US" sz="3200" b="1" dirty="0">
              <a:solidFill>
                <a:srgbClr val="C00000"/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E1E11C7C-5EAD-2429-2DDF-8E34E9C5FF51}"/>
              </a:ext>
            </a:extLst>
          </p:cNvPr>
          <p:cNvSpPr txBox="1"/>
          <p:nvPr/>
        </p:nvSpPr>
        <p:spPr>
          <a:xfrm>
            <a:off x="1103418" y="2167559"/>
            <a:ext cx="9640782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600" b="1" dirty="0"/>
              <a:t>Our Manual Testing Process:</a:t>
            </a: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b="1" dirty="0"/>
              <a:t>Analyzed requirements</a:t>
            </a:r>
            <a:r>
              <a:rPr lang="en-US" sz="3600" dirty="0"/>
              <a:t> of </a:t>
            </a:r>
            <a:r>
              <a:rPr lang="en-US" sz="3600" dirty="0" err="1"/>
              <a:t>DemoPlaze</a:t>
            </a: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b="1" dirty="0"/>
              <a:t>Wrote test cases</a:t>
            </a:r>
            <a:r>
              <a:rPr lang="en-US" sz="3600" dirty="0"/>
              <a:t> based on features like login, registration, and user dashboard</a:t>
            </a:r>
          </a:p>
          <a:p>
            <a:pPr>
              <a:buFont typeface="+mj-lt"/>
              <a:buAutoNum type="arabicPeriod"/>
            </a:pPr>
            <a:r>
              <a:rPr lang="en-US" sz="3600" b="1" dirty="0"/>
              <a:t>Executed tests manually</a:t>
            </a:r>
            <a:r>
              <a:rPr lang="en-US" sz="3600" dirty="0"/>
              <a:t> across multiple browsers/devices</a:t>
            </a:r>
          </a:p>
          <a:p>
            <a:pPr>
              <a:buFont typeface="+mj-lt"/>
              <a:buAutoNum type="arabicPeriod"/>
            </a:pPr>
            <a:r>
              <a:rPr lang="en-US" sz="3600" b="1" dirty="0"/>
              <a:t>Logged bugs</a:t>
            </a:r>
            <a:r>
              <a:rPr lang="en-US" sz="3600" dirty="0"/>
              <a:t> in </a:t>
            </a:r>
            <a:r>
              <a:rPr lang="en-US" sz="3600" dirty="0" err="1"/>
              <a:t>Exel</a:t>
            </a:r>
            <a:r>
              <a:rPr lang="en-US" sz="3600" dirty="0"/>
              <a:t> sheet</a:t>
            </a:r>
            <a:endParaRPr lang="en-US" sz="3200" b="1" dirty="0">
              <a:solidFill>
                <a:schemeClr val="tx2">
                  <a:lumMod val="50000"/>
                </a:schemeClr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BA1870C-E066-E9EF-FDF1-E87BCB85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5722-F0FB-AB70-3010-33CCBFF4C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7E8D82-E96E-35D7-E2DB-AED4035C9636}"/>
              </a:ext>
            </a:extLst>
          </p:cNvPr>
          <p:cNvSpPr/>
          <p:nvPr/>
        </p:nvSpPr>
        <p:spPr>
          <a:xfrm>
            <a:off x="-193842" y="-3670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C9B84AB-E084-94C2-7059-7455EE09EBCE}"/>
              </a:ext>
            </a:extLst>
          </p:cNvPr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696CC35-ABCC-0955-4D75-902DF0DEDC97}"/>
                </a:ext>
              </a:extLst>
            </p:cNvPr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6014D67-5B88-017A-BD5C-AA36DA7B56B0}"/>
                </a:ext>
              </a:extLst>
            </p:cNvPr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446D105-AF63-AA4E-D01A-FBFB136644C3}"/>
              </a:ext>
            </a:extLst>
          </p:cNvPr>
          <p:cNvSpPr txBox="1"/>
          <p:nvPr/>
        </p:nvSpPr>
        <p:spPr>
          <a:xfrm>
            <a:off x="609600" y="342900"/>
            <a:ext cx="6453389" cy="815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 dirty="0">
                <a:solidFill>
                  <a:srgbClr val="C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Automation testing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4C725A7A-56E0-6D5C-E0F5-E45527173496}"/>
              </a:ext>
            </a:extLst>
          </p:cNvPr>
          <p:cNvSpPr txBox="1"/>
          <p:nvPr/>
        </p:nvSpPr>
        <p:spPr>
          <a:xfrm>
            <a:off x="1143000" y="7758468"/>
            <a:ext cx="5634574" cy="39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C00000"/>
                </a:solidFill>
                <a:ea typeface="Poppins"/>
                <a:cs typeface="Poppins"/>
                <a:sym typeface="Poppins"/>
                <a:hlinkClick r:id="rId3"/>
              </a:rPr>
              <a:t>Website</a:t>
            </a:r>
            <a:endParaRPr lang="en-US" sz="3200" b="1" dirty="0">
              <a:solidFill>
                <a:srgbClr val="C00000"/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F5786EEF-59AE-441F-2EED-BE14968CB7E8}"/>
              </a:ext>
            </a:extLst>
          </p:cNvPr>
          <p:cNvSpPr txBox="1"/>
          <p:nvPr/>
        </p:nvSpPr>
        <p:spPr>
          <a:xfrm>
            <a:off x="4724400" y="7758468"/>
            <a:ext cx="8686800" cy="781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C00000"/>
                </a:solidFill>
                <a:ea typeface="Poppins"/>
                <a:cs typeface="Poppins"/>
                <a:sym typeface="Poppins"/>
                <a:hlinkClick r:id="rId4"/>
              </a:rPr>
              <a:t>Test cases</a:t>
            </a:r>
            <a:endParaRPr lang="en-US" sz="3200" b="1" dirty="0">
              <a:solidFill>
                <a:srgbClr val="C00000"/>
              </a:solidFill>
              <a:ea typeface="Poppins"/>
              <a:cs typeface="Poppins"/>
              <a:sym typeface="Poppins"/>
            </a:endParaRP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3200" b="1" dirty="0">
              <a:solidFill>
                <a:schemeClr val="tx2">
                  <a:lumMod val="50000"/>
                </a:schemeClr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0AF13A7A-3BBF-E026-1841-BB4600699B4C}"/>
              </a:ext>
            </a:extLst>
          </p:cNvPr>
          <p:cNvSpPr txBox="1"/>
          <p:nvPr/>
        </p:nvSpPr>
        <p:spPr>
          <a:xfrm>
            <a:off x="8935410" y="7758468"/>
            <a:ext cx="8458200" cy="396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C00000"/>
                </a:solidFill>
                <a:ea typeface="Poppins"/>
                <a:cs typeface="Poppins"/>
                <a:sym typeface="Poppins"/>
                <a:hlinkClick r:id="rId5"/>
              </a:rPr>
              <a:t>Bug report</a:t>
            </a:r>
            <a:endParaRPr lang="en-US" sz="3200" b="1" dirty="0">
              <a:solidFill>
                <a:srgbClr val="C00000"/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F615B-9969-0A21-E422-E5C8B37C7743}"/>
              </a:ext>
            </a:extLst>
          </p:cNvPr>
          <p:cNvSpPr txBox="1"/>
          <p:nvPr/>
        </p:nvSpPr>
        <p:spPr>
          <a:xfrm>
            <a:off x="514426" y="1271784"/>
            <a:ext cx="8001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/>
              <a:t> 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Tools &amp; Technologies Used:</a:t>
            </a:r>
          </a:p>
          <a:p>
            <a:pPr algn="just"/>
            <a:r>
              <a:rPr lang="en-US" sz="4400" dirty="0"/>
              <a:t>Selenium WebDriver–For browser automation</a:t>
            </a:r>
          </a:p>
          <a:p>
            <a:pPr algn="just"/>
            <a:r>
              <a:rPr lang="en-US" sz="4400" dirty="0"/>
              <a:t>Java – Scripting language</a:t>
            </a:r>
          </a:p>
          <a:p>
            <a:pPr algn="just"/>
            <a:r>
              <a:rPr lang="en-US" sz="4400" dirty="0"/>
              <a:t>TestNG – Test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ED42BB-5FBB-6BCD-0B9D-C023AE07F4EB}"/>
              </a:ext>
            </a:extLst>
          </p:cNvPr>
          <p:cNvSpPr txBox="1"/>
          <p:nvPr/>
        </p:nvSpPr>
        <p:spPr>
          <a:xfrm>
            <a:off x="9417363" y="1158829"/>
            <a:ext cx="867679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4400" dirty="0"/>
              <a:t> 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Features We Automated:</a:t>
            </a:r>
            <a:endParaRPr lang="en-US" sz="44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📝 </a:t>
            </a:r>
            <a:r>
              <a:rPr lang="en-US" sz="4400" b="1" dirty="0"/>
              <a:t>Registration</a:t>
            </a:r>
            <a:r>
              <a:rPr lang="en-US" sz="4400" dirty="0"/>
              <a:t> – Valid and invalid user signup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🛒 </a:t>
            </a:r>
            <a:r>
              <a:rPr lang="en-US" sz="4400" b="1" dirty="0"/>
              <a:t>Cart</a:t>
            </a:r>
            <a:r>
              <a:rPr lang="en-US" sz="4400" dirty="0"/>
              <a:t> – Adding/removing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💳 </a:t>
            </a:r>
            <a:r>
              <a:rPr lang="en-US" sz="4400" b="1" dirty="0"/>
              <a:t>Checkout</a:t>
            </a:r>
            <a:r>
              <a:rPr lang="en-US" sz="4400" dirty="0"/>
              <a:t> – Payment flow &amp; validations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📩 </a:t>
            </a:r>
            <a:r>
              <a:rPr lang="en-US" sz="4400" b="1" dirty="0"/>
              <a:t>Contact Us</a:t>
            </a:r>
            <a:r>
              <a:rPr lang="en-US" sz="4400" dirty="0"/>
              <a:t> – Form submission &amp; confirmation message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AB1447-3F22-B051-1962-3C493FBB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79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826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96812" y="499401"/>
            <a:ext cx="6605118" cy="915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1" dirty="0">
                <a:solidFill>
                  <a:srgbClr val="C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 testing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146" y="2095500"/>
            <a:ext cx="6992853" cy="1556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3200" b="1" dirty="0"/>
              <a:t>To retrieve detailed order history including customer name, product name, quantity, total price, and order date by joining multiple tables.</a:t>
            </a:r>
            <a:endParaRPr lang="en-US"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57840" y="1950106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299K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57840" y="6178445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112K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9E88BF1-64F5-9074-0D85-E9D515AAE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999" y="1688323"/>
            <a:ext cx="10851567" cy="6966889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6EDE5CE4-042B-757A-E5EE-862ECF99C940}"/>
              </a:ext>
            </a:extLst>
          </p:cNvPr>
          <p:cNvSpPr txBox="1"/>
          <p:nvPr/>
        </p:nvSpPr>
        <p:spPr>
          <a:xfrm>
            <a:off x="300225" y="4314536"/>
            <a:ext cx="6815872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C00000"/>
                </a:solidFill>
              </a:rPr>
              <a:t>What This Query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Combines </a:t>
            </a:r>
            <a:r>
              <a:rPr lang="en-US" sz="3200" b="1" dirty="0"/>
              <a:t>orders</a:t>
            </a:r>
            <a:r>
              <a:rPr lang="en-US" sz="3200" dirty="0"/>
              <a:t>, </a:t>
            </a:r>
            <a:r>
              <a:rPr lang="en-US" sz="3200" b="1" dirty="0"/>
              <a:t>users</a:t>
            </a:r>
            <a:r>
              <a:rPr lang="en-US" sz="3200" dirty="0"/>
              <a:t>, and </a:t>
            </a:r>
            <a:r>
              <a:rPr lang="en-US" sz="3200" b="1" dirty="0"/>
              <a:t>products</a:t>
            </a:r>
            <a:r>
              <a:rPr lang="en-US" sz="3200" dirty="0"/>
              <a:t>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Shows each </a:t>
            </a:r>
            <a:r>
              <a:rPr lang="en-US" sz="3200" b="1" dirty="0"/>
              <a:t>order’s details</a:t>
            </a:r>
            <a:r>
              <a:rPr lang="en-US" sz="3200" dirty="0"/>
              <a:t>: who ordered, what was ordered, how many, at what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Calculates the </a:t>
            </a:r>
            <a:r>
              <a:rPr lang="en-US" sz="3200" b="1" dirty="0"/>
              <a:t>total price</a:t>
            </a:r>
            <a:r>
              <a:rPr lang="en-US" sz="3200" dirty="0"/>
              <a:t> for each item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Displays the </a:t>
            </a:r>
            <a:r>
              <a:rPr lang="en-US" sz="3200" b="1" dirty="0"/>
              <a:t>order date</a:t>
            </a:r>
            <a:endParaRPr lang="en-US" sz="32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7FCA7D8-20F4-7750-77BD-9089AB9C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B00D-3DEA-7D58-F538-5F591DDEC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E44D35-3C14-99DD-EBD0-0DD0C2BEBC0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3CB93C9-2663-6939-DE9E-0975D3F3AEA6}"/>
              </a:ext>
            </a:extLst>
          </p:cNvPr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485EDD0-89A9-E0FE-5D19-7C9144B17109}"/>
                </a:ext>
              </a:extLst>
            </p:cNvPr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4329399-1C9C-58D3-C90E-FE9194948CE1}"/>
                </a:ext>
              </a:extLst>
            </p:cNvPr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44094A3A-4EC7-6DD0-83A3-212EF94B2CCD}"/>
              </a:ext>
            </a:extLst>
          </p:cNvPr>
          <p:cNvSpPr txBox="1"/>
          <p:nvPr/>
        </p:nvSpPr>
        <p:spPr>
          <a:xfrm>
            <a:off x="896812" y="499401"/>
            <a:ext cx="6605118" cy="915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1" dirty="0">
                <a:solidFill>
                  <a:srgbClr val="C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 testing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6FAE20B-C56C-8062-6A68-281EE2167480}"/>
              </a:ext>
            </a:extLst>
          </p:cNvPr>
          <p:cNvSpPr txBox="1"/>
          <p:nvPr/>
        </p:nvSpPr>
        <p:spPr>
          <a:xfrm>
            <a:off x="7957840" y="1950106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299K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DD975F3-6125-C625-2EE4-5CE0B24A5082}"/>
              </a:ext>
            </a:extLst>
          </p:cNvPr>
          <p:cNvSpPr txBox="1"/>
          <p:nvPr/>
        </p:nvSpPr>
        <p:spPr>
          <a:xfrm>
            <a:off x="7957840" y="6178445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112K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80FB6-8E1D-B618-7B12-E4DA5B00A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949" y="1616159"/>
            <a:ext cx="13112049" cy="6852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771054-5728-5B7E-896C-BFBC4FF24F23}"/>
              </a:ext>
            </a:extLst>
          </p:cNvPr>
          <p:cNvSpPr txBox="1"/>
          <p:nvPr/>
        </p:nvSpPr>
        <p:spPr>
          <a:xfrm>
            <a:off x="387001" y="3968745"/>
            <a:ext cx="3745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hlinkClick r:id="rId4"/>
              </a:rPr>
              <a:t>Database testing</a:t>
            </a:r>
            <a:endParaRPr lang="en-US" sz="4000" b="1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56AAB8-4C24-7035-80BA-D2CEF1E1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14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519C6-4DFE-2513-450D-C33822E3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562E5E-003A-26E5-2B73-0C98388B9D2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ED25EC5-D19B-49E8-D7EC-74C52DD13EF2}"/>
              </a:ext>
            </a:extLst>
          </p:cNvPr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1AFC1C4-7424-AF58-5A61-5BF94A8CF78E}"/>
                </a:ext>
              </a:extLst>
            </p:cNvPr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DDB9EF1-1D31-2FB3-1A06-FCFAD8F909DB}"/>
                </a:ext>
              </a:extLst>
            </p:cNvPr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294258C-4083-CAD0-2798-D4D550C2A440}"/>
              </a:ext>
            </a:extLst>
          </p:cNvPr>
          <p:cNvSpPr txBox="1"/>
          <p:nvPr/>
        </p:nvSpPr>
        <p:spPr>
          <a:xfrm>
            <a:off x="896812" y="499401"/>
            <a:ext cx="6605118" cy="915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1" dirty="0">
                <a:solidFill>
                  <a:srgbClr val="C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testing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3BE97B2-474C-FE5B-7BA1-DA15B730D550}"/>
              </a:ext>
            </a:extLst>
          </p:cNvPr>
          <p:cNvSpPr txBox="1"/>
          <p:nvPr/>
        </p:nvSpPr>
        <p:spPr>
          <a:xfrm>
            <a:off x="7957840" y="1950106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299K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314199E-4E98-86F4-3EEF-03442BD48679}"/>
              </a:ext>
            </a:extLst>
          </p:cNvPr>
          <p:cNvSpPr txBox="1"/>
          <p:nvPr/>
        </p:nvSpPr>
        <p:spPr>
          <a:xfrm>
            <a:off x="7957840" y="6178445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112K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D5B2F-4649-9879-B749-A3F5C830F72A}"/>
              </a:ext>
            </a:extLst>
          </p:cNvPr>
          <p:cNvSpPr txBox="1"/>
          <p:nvPr/>
        </p:nvSpPr>
        <p:spPr>
          <a:xfrm>
            <a:off x="387001" y="3968745"/>
            <a:ext cx="3745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hlinkClick r:id="rId3"/>
              </a:rPr>
              <a:t>Swagger Api</a:t>
            </a:r>
            <a:endParaRPr lang="en-US" sz="4000" b="1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D854F6-8934-5F76-C367-45238B32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F7A37F-2C72-FB1A-F07D-4D1C5E0302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151" y="1601578"/>
            <a:ext cx="12133117" cy="849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7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B2CC-1BC8-5196-87FC-792E853B0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3F3DEF-C232-0A13-7A8E-35A95F80720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25E866-942C-D585-6181-75DB3F5EC459}"/>
              </a:ext>
            </a:extLst>
          </p:cNvPr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DFB6712-4C5C-C16C-7780-40CD7E4C622A}"/>
                </a:ext>
              </a:extLst>
            </p:cNvPr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36F974C-A1E0-5D2E-E044-B09BB91B85B4}"/>
                </a:ext>
              </a:extLst>
            </p:cNvPr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A096D19-62B4-0049-029F-53815C98D77A}"/>
              </a:ext>
            </a:extLst>
          </p:cNvPr>
          <p:cNvSpPr txBox="1"/>
          <p:nvPr/>
        </p:nvSpPr>
        <p:spPr>
          <a:xfrm>
            <a:off x="896812" y="499401"/>
            <a:ext cx="6605118" cy="915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1" dirty="0">
                <a:solidFill>
                  <a:srgbClr val="C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testing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1A6EC14-69D7-33FB-2E82-032489462842}"/>
              </a:ext>
            </a:extLst>
          </p:cNvPr>
          <p:cNvSpPr txBox="1"/>
          <p:nvPr/>
        </p:nvSpPr>
        <p:spPr>
          <a:xfrm>
            <a:off x="7957840" y="1950106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299K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4831C99-5B9E-0543-B2CA-B4466E5501EC}"/>
              </a:ext>
            </a:extLst>
          </p:cNvPr>
          <p:cNvSpPr txBox="1"/>
          <p:nvPr/>
        </p:nvSpPr>
        <p:spPr>
          <a:xfrm>
            <a:off x="7957840" y="6178445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112K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FE93A-1F04-78AA-98A4-DAAC84708542}"/>
              </a:ext>
            </a:extLst>
          </p:cNvPr>
          <p:cNvSpPr txBox="1"/>
          <p:nvPr/>
        </p:nvSpPr>
        <p:spPr>
          <a:xfrm>
            <a:off x="6694" y="3885549"/>
            <a:ext cx="42519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hlinkClick r:id="rId3"/>
              </a:rPr>
              <a:t>Pet store collection</a:t>
            </a:r>
            <a:endParaRPr lang="en-US" sz="4000" b="1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506719A-0998-A9A9-DDA6-B3F29F98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E3C93-4407-0299-FAE0-BE3E5F921A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253" y="1615269"/>
            <a:ext cx="13308107" cy="672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15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698500" y="3124200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41400" y="3124200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33297" y="3191597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47826" y="6846823"/>
            <a:ext cx="3592349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VISIT US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9A92952-8803-ABFC-7BAD-765BC536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280</Words>
  <Application>Microsoft Office PowerPoint</Application>
  <PresentationFormat>Custom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League Spartan</vt:lpstr>
      <vt:lpstr>Roboto</vt:lpstr>
      <vt:lpstr>Roboto Bold</vt:lpstr>
      <vt:lpstr>Poppins</vt:lpstr>
      <vt:lpstr>Arial Black</vt:lpstr>
      <vt:lpstr>MS UI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dc:creator>Kareman</dc:creator>
  <cp:lastModifiedBy>Kareman Mahmoud</cp:lastModifiedBy>
  <cp:revision>2</cp:revision>
  <dcterms:created xsi:type="dcterms:W3CDTF">2006-08-16T00:00:00Z</dcterms:created>
  <dcterms:modified xsi:type="dcterms:W3CDTF">2025-04-14T19:53:08Z</dcterms:modified>
  <dc:identifier>DAGkm-5zp7Y</dc:identifier>
</cp:coreProperties>
</file>